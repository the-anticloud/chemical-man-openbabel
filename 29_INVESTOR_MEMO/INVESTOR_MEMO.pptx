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OPENBABEL | Category: CHEMICAL_MANUFACTURING</a:t>
            </a:r>
          </a:p>
          <a:p>
            <a:r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Chemical format interconversion without data egress. Cloud-hosted alternatives leak data by architecture; Anticloud FZ LLE delivers OPENBABEL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OPENBABEL (https://github.com/openbabel/openbabel, GPL)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