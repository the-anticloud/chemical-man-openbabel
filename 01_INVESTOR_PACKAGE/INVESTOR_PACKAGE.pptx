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OPENBABEL (CHEMICAL_MANUFACTURING)</a:t>
            </a:r>
          </a:p>
          <a:p>
            <a:r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OPENBABEL is an Anticloud FZ LLE integration of Chemical format interconversion,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GPL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CHEMICAL_MANUFACTURING.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